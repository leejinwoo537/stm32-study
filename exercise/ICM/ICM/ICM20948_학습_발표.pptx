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Layout" Target="slideLayouts/slideLayout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bg>
      <p:bgPr/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/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/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STM32 ICM20948 학습 및 코드 분석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데이터시트 공부 · 드라이버 분석 · ICM_test1 프로젝트</a:t>
            </a:r>
          </a:p>
          <a:p>
            <a:pPr lvl="0"/>
            <a:r>
              <a:rPr sz="4400" lang="ko-KR" dirty="0"/>
              <a:t xml:space="preserve">D:\git_file\STM32\STM32-study\exercise\ICM\ICM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목차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914400" y="1524000"/>
            <a:ext cx="8237880" cy="4572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1800" lang="ko-KR" dirty="0"/>
              <a:t xml:space="preserve">1. 프로젝트 개요 및 사용 자료</a:t>
            </a:r>
          </a:p>
          <a:p>
            <a:pPr lvl="0"/>
            <a:r>
              <a:rPr sz="1800" lang="ko-KR" dirty="0"/>
              <a:t xml:space="preserve">2. ICM20948 데이터시트 공부 (note.md)</a:t>
            </a:r>
          </a:p>
          <a:p>
            <a:pPr lvl="0"/>
            <a:r>
              <a:rPr sz="1800" lang="ko-KR" dirty="0"/>
              <a:t xml:space="preserve">3. 코드 분석 (code_Analysis, ICM20948_코드분석.md)</a:t>
            </a:r>
          </a:p>
          <a:p>
            <a:pPr lvl="0"/>
            <a:r>
              <a:rPr sz="1800" lang="ko-KR" dirty="0"/>
              <a:t xml:space="preserve">4. ICM_test1 STM32 IDE 프로젝트</a:t>
            </a:r>
          </a:p>
          <a:p>
            <a:pPr lvl="0"/>
            <a:r>
              <a:rPr sz="1800" lang="ko-KR" dirty="0"/>
              <a:t xml:space="preserve">5. 정리 및 활용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1. 프로젝트 개요 · 사용 자료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914400" y="1524000"/>
            <a:ext cx="8237880" cy="4572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1800" lang="ko-KR" dirty="0"/>
              <a:t xml:space="preserve">note.md : 데이터시트 공부 필기 (Bank, DLPF, LSB, FSR, PLL, dps 등)</a:t>
            </a:r>
          </a:p>
          <a:p>
            <a:pPr lvl="0"/>
            <a:r>
              <a:rPr sz="1800" lang="ko-KR" dirty="0"/>
              <a:t xml:space="preserve">code_Analysis (1).md : 헤더/소스 코드 분석</a:t>
            </a:r>
          </a:p>
          <a:p>
            <a:pPr lvl="0"/>
            <a:r>
              <a:rPr sz="1800" lang="ko-KR" dirty="0"/>
              <a:t xml:space="preserve">ICM20948_코드분석.md : 주소·레지스터·함수별 정리, MPU9250 비교</a:t>
            </a:r>
          </a:p>
          <a:p>
            <a:pPr lvl="0"/>
            <a:r>
              <a:rPr sz="1800" lang="ko-KR" dirty="0"/>
              <a:t xml:space="preserve">ICM_test1 : STM32CubeIDE 프로젝트 (STM32F411RE, I2C1, UART2)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2. 데이터시트 공부 요약 (note.md)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914400" y="1524000"/>
            <a:ext cx="8237880" cy="4572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1800" lang="ko-KR" dirty="0"/>
              <a:t xml:space="preserve">Bank : 레지스터 페이지. 0x7F로 선택. Bank0/2/3 역할 정리.</a:t>
            </a:r>
          </a:p>
          <a:p>
            <a:pPr lvl="0"/>
            <a:r>
              <a:rPr sz="1800" lang="ko-KR" dirty="0"/>
              <a:t xml:space="preserve">DLPF, LSB, FSR, PLL, dps 개념 정리.</a:t>
            </a:r>
          </a:p>
          <a:p>
            <a:pPr lvl="0"/>
            <a:r>
              <a:rPr sz="1800" lang="ko-KR" dirty="0"/>
              <a:t xml:space="preserve">PWR_MGMT_2, AK09916 ST1/ST2, I2C 주소(0x68/0x69), 실무 팁.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3. 코드 분석 요약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914400" y="1524000"/>
            <a:ext cx="8237880" cy="4572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1800" lang="ko-KR" dirty="0"/>
              <a:t xml:space="preserve">SelectBank, WriteReg, ReadRegs → ICM20948_Init 순서.</a:t>
            </a:r>
          </a:p>
          <a:p>
            <a:pPr lvl="0"/>
            <a:r>
              <a:rPr sz="1800" lang="ko-KR" dirty="0"/>
              <a:t xml:space="preserve">ReadAccel / ReadGyro / ReadMag, ReadAll. ICM20948 vs MPU9250.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4. ICM_test1 프로젝트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914400" y="1524000"/>
            <a:ext cx="8237880" cy="4572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1800" lang="ko-KR" dirty="0"/>
              <a:t xml:space="preserve">STM32F411RE, I2C1, UART2. Init 실패 시 LD2 깜빡임.</a:t>
            </a:r>
          </a:p>
          <a:p>
            <a:pPr lvl="0"/>
            <a:r>
              <a:rPr sz="1800" lang="ko-KR" dirty="0"/>
              <a:t xml:space="preserve">ReadAll로 가속도·자이로·마그 9축 UART 출력.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5. 정리 및 활용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914400" y="1524000"/>
            <a:ext cx="8237880" cy="4572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1800" lang="ko-KR" dirty="0"/>
              <a:t xml:space="preserve">데이터시트·코드 분석 문서로 실습 참고.</a:t>
            </a:r>
          </a:p>
          <a:p>
            <a:pPr lvl="0"/>
            <a:r>
              <a:rPr sz="1800" lang="ko-KR" dirty="0"/>
              <a:t xml:space="preserve">MPU_STM32, README 있으면 동일 형식으로 추가 가능.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9144000" cy="685800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914400" y="457200"/>
            <a:ext cx="823788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4400" lang="ko-KR" dirty="0"/>
              <a:t xml:space="preserve">감사합니다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>
            <a:off x="914400" y="1524000"/>
            <a:ext cx="8237880" cy="4572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/>
            <a:r>
              <a:rPr sz="1800" lang="ko-KR" dirty="0"/>
              <a:t xml:space="preserve">질문 있으시면 편하게 말씀해 주세요.</a:t>
            </a:r>
          </a:p>
        </p:txBody>
      </p:sp>
    </p:spTree>
  </p:cSld>
  <p:clrMapOvr>
    <a:masterClrMapping/>
  </p:clrMapOvr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ICM20948</dc:creator>
  <cp:lastModifiedBy>ICM20948</cp:lastModifiedBy>
  <dcterms:created xsi:type="dcterms:W3CDTF">2025-01-01T00:00:00Z</dcterms:created>
  <dcterms:modified xsi:type="dcterms:W3CDTF">2025-01-01T00:00:00Z</dcterms:modified>
</cp:coreProperties>
</file>